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3360" y="-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102F2D0-EEDD-435E-AFD8-2808AD125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102"/>
            <a:ext cx="12192002" cy="6894204"/>
          </a:xfrm>
          <a:prstGeom prst="rect">
            <a:avLst/>
          </a:prstGeom>
        </p:spPr>
      </p:pic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BCDAC975-B1FC-4B56-AB2B-380838349CC2}"/>
              </a:ext>
            </a:extLst>
          </p:cNvPr>
          <p:cNvSpPr/>
          <p:nvPr/>
        </p:nvSpPr>
        <p:spPr>
          <a:xfrm>
            <a:off x="5756031" y="873369"/>
            <a:ext cx="4413738" cy="2497016"/>
          </a:xfrm>
          <a:custGeom>
            <a:avLst/>
            <a:gdLst>
              <a:gd name="connsiteX0" fmla="*/ 0 w 4413738"/>
              <a:gd name="connsiteY0" fmla="*/ 603739 h 2497016"/>
              <a:gd name="connsiteX1" fmla="*/ 134815 w 4413738"/>
              <a:gd name="connsiteY1" fmla="*/ 1600200 h 2497016"/>
              <a:gd name="connsiteX2" fmla="*/ 1670538 w 4413738"/>
              <a:gd name="connsiteY2" fmla="*/ 1342293 h 2497016"/>
              <a:gd name="connsiteX3" fmla="*/ 1946031 w 4413738"/>
              <a:gd name="connsiteY3" fmla="*/ 2497016 h 2497016"/>
              <a:gd name="connsiteX4" fmla="*/ 4413738 w 4413738"/>
              <a:gd name="connsiteY4" fmla="*/ 2033954 h 2497016"/>
              <a:gd name="connsiteX5" fmla="*/ 4302369 w 4413738"/>
              <a:gd name="connsiteY5" fmla="*/ 0 h 2497016"/>
              <a:gd name="connsiteX6" fmla="*/ 0 w 4413738"/>
              <a:gd name="connsiteY6" fmla="*/ 603739 h 249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3738" h="2497016">
                <a:moveTo>
                  <a:pt x="0" y="603739"/>
                </a:moveTo>
                <a:lnTo>
                  <a:pt x="134815" y="1600200"/>
                </a:lnTo>
                <a:lnTo>
                  <a:pt x="1670538" y="1342293"/>
                </a:lnTo>
                <a:lnTo>
                  <a:pt x="1946031" y="2497016"/>
                </a:lnTo>
                <a:lnTo>
                  <a:pt x="4413738" y="2033954"/>
                </a:lnTo>
                <a:lnTo>
                  <a:pt x="4302369" y="0"/>
                </a:lnTo>
                <a:lnTo>
                  <a:pt x="0" y="603739"/>
                </a:lnTo>
                <a:close/>
              </a:path>
            </a:pathLst>
          </a:cu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5EFA6A61-8011-431C-BD86-A374FAA0C92C}"/>
              </a:ext>
            </a:extLst>
          </p:cNvPr>
          <p:cNvSpPr/>
          <p:nvPr/>
        </p:nvSpPr>
        <p:spPr>
          <a:xfrm>
            <a:off x="7735529" y="3111910"/>
            <a:ext cx="2558845" cy="1828800"/>
          </a:xfrm>
          <a:custGeom>
            <a:avLst/>
            <a:gdLst>
              <a:gd name="connsiteX0" fmla="*/ 0 w 2558845"/>
              <a:gd name="connsiteY0" fmla="*/ 449825 h 1828800"/>
              <a:gd name="connsiteX1" fmla="*/ 265471 w 2558845"/>
              <a:gd name="connsiteY1" fmla="*/ 1828800 h 1828800"/>
              <a:gd name="connsiteX2" fmla="*/ 2558845 w 2558845"/>
              <a:gd name="connsiteY2" fmla="*/ 1327355 h 1828800"/>
              <a:gd name="connsiteX3" fmla="*/ 2455606 w 2558845"/>
              <a:gd name="connsiteY3" fmla="*/ 0 h 1828800"/>
              <a:gd name="connsiteX4" fmla="*/ 0 w 2558845"/>
              <a:gd name="connsiteY4" fmla="*/ 449825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8845" h="1828800">
                <a:moveTo>
                  <a:pt x="0" y="449825"/>
                </a:moveTo>
                <a:lnTo>
                  <a:pt x="265471" y="1828800"/>
                </a:lnTo>
                <a:lnTo>
                  <a:pt x="2558845" y="1327355"/>
                </a:lnTo>
                <a:lnTo>
                  <a:pt x="2455606" y="0"/>
                </a:lnTo>
                <a:lnTo>
                  <a:pt x="0" y="449825"/>
                </a:ln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A577F6-CFE3-4FC5-997B-5112F9100818}"/>
              </a:ext>
            </a:extLst>
          </p:cNvPr>
          <p:cNvSpPr txBox="1"/>
          <p:nvPr/>
        </p:nvSpPr>
        <p:spPr>
          <a:xfrm rot="4729439">
            <a:off x="520419" y="4165225"/>
            <a:ext cx="1459054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7.00,Luoshan Rd.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A90738-A1E6-4144-A7A8-DBF172B4C6D6}"/>
              </a:ext>
            </a:extLst>
          </p:cNvPr>
          <p:cNvSpPr txBox="1"/>
          <p:nvPr/>
        </p:nvSpPr>
        <p:spPr>
          <a:xfrm rot="20465329">
            <a:off x="1245619" y="1967800"/>
            <a:ext cx="1877309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5.43,Middle </a:t>
            </a:r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Gaoke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781D54-A9B6-4E83-A6C3-B7D69E924704}"/>
              </a:ext>
            </a:extLst>
          </p:cNvPr>
          <p:cNvSpPr txBox="1"/>
          <p:nvPr/>
        </p:nvSpPr>
        <p:spPr>
          <a:xfrm rot="20832255">
            <a:off x="3706062" y="1197015"/>
            <a:ext cx="1877309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4.39,Middle </a:t>
            </a:r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Gaoke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1E89CD-C0B7-4799-BDA3-516157BA5F30}"/>
              </a:ext>
            </a:extLst>
          </p:cNvPr>
          <p:cNvSpPr txBox="1"/>
          <p:nvPr/>
        </p:nvSpPr>
        <p:spPr>
          <a:xfrm>
            <a:off x="2313788" y="2933013"/>
            <a:ext cx="1390061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3.19,Huatuo Rd.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AA0E58-2E22-4D73-B4FF-F2C706B67F6D}"/>
              </a:ext>
            </a:extLst>
          </p:cNvPr>
          <p:cNvSpPr txBox="1"/>
          <p:nvPr/>
        </p:nvSpPr>
        <p:spPr>
          <a:xfrm rot="4784955">
            <a:off x="1735114" y="3718519"/>
            <a:ext cx="1303562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2.36,Cailun Rd.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F9A308-2B03-4544-98FB-1008A03FBDFD}"/>
              </a:ext>
            </a:extLst>
          </p:cNvPr>
          <p:cNvSpPr txBox="1"/>
          <p:nvPr/>
        </p:nvSpPr>
        <p:spPr>
          <a:xfrm rot="21071965">
            <a:off x="1943069" y="6143809"/>
            <a:ext cx="1289135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2.28,</a:t>
            </a:r>
          </a:p>
          <a:p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Zhangheng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D3DCC4-9E32-4BA7-B56C-5094684AC0F9}"/>
              </a:ext>
            </a:extLst>
          </p:cNvPr>
          <p:cNvSpPr txBox="1"/>
          <p:nvPr/>
        </p:nvSpPr>
        <p:spPr>
          <a:xfrm rot="4678979">
            <a:off x="2083044" y="5165416"/>
            <a:ext cx="1303562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2.54,Cailun Rd.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0F9AA5-AF0C-42B6-A1EE-FED87B45BD04}"/>
              </a:ext>
            </a:extLst>
          </p:cNvPr>
          <p:cNvSpPr txBox="1"/>
          <p:nvPr/>
        </p:nvSpPr>
        <p:spPr>
          <a:xfrm rot="4719989">
            <a:off x="3262257" y="1994815"/>
            <a:ext cx="1011239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1.50,</a:t>
            </a:r>
          </a:p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Darwin Rd.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784819-7D58-4EC7-A6A9-17EBB9AE6377}"/>
              </a:ext>
            </a:extLst>
          </p:cNvPr>
          <p:cNvSpPr txBox="1"/>
          <p:nvPr/>
        </p:nvSpPr>
        <p:spPr>
          <a:xfrm>
            <a:off x="4169896" y="2562183"/>
            <a:ext cx="1390061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3.94,Huatuo Rd.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6B548F3-4750-436E-A132-06B311ABBBEB}"/>
              </a:ext>
            </a:extLst>
          </p:cNvPr>
          <p:cNvSpPr txBox="1"/>
          <p:nvPr/>
        </p:nvSpPr>
        <p:spPr>
          <a:xfrm>
            <a:off x="2734158" y="4210274"/>
            <a:ext cx="1303562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2.88,Cailun Rd.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3041AD-7A4C-4955-A3CF-461AA082BA77}"/>
              </a:ext>
            </a:extLst>
          </p:cNvPr>
          <p:cNvSpPr txBox="1"/>
          <p:nvPr/>
        </p:nvSpPr>
        <p:spPr>
          <a:xfrm rot="20934972">
            <a:off x="3815803" y="5667950"/>
            <a:ext cx="1657826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8.17,Zhangheng Rd.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5232F91-1086-48FE-9A35-734850359105}"/>
              </a:ext>
            </a:extLst>
          </p:cNvPr>
          <p:cNvSpPr txBox="1"/>
          <p:nvPr/>
        </p:nvSpPr>
        <p:spPr>
          <a:xfrm rot="4816704">
            <a:off x="3479030" y="3300642"/>
            <a:ext cx="1011239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2.01,</a:t>
            </a:r>
          </a:p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Darwin Rd.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BABF73F-1C1B-4A1F-A449-7A38285C6E24}"/>
              </a:ext>
            </a:extLst>
          </p:cNvPr>
          <p:cNvSpPr txBox="1"/>
          <p:nvPr/>
        </p:nvSpPr>
        <p:spPr>
          <a:xfrm rot="4943745">
            <a:off x="5302870" y="1488493"/>
            <a:ext cx="1018099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2.32,</a:t>
            </a:r>
          </a:p>
          <a:p>
            <a:r>
              <a:rPr lang="en-US" altLang="zh-CN" sz="1400" b="1" dirty="0" err="1">
                <a:solidFill>
                  <a:schemeClr val="accent5">
                    <a:lumMod val="50000"/>
                  </a:schemeClr>
                </a:solidFill>
              </a:rPr>
              <a:t>Keyuan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768C46-73AB-4E60-864B-48AAFF4318B0}"/>
              </a:ext>
            </a:extLst>
          </p:cNvPr>
          <p:cNvSpPr txBox="1"/>
          <p:nvPr/>
        </p:nvSpPr>
        <p:spPr>
          <a:xfrm rot="4985085">
            <a:off x="5503363" y="2851941"/>
            <a:ext cx="1018099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2.32,</a:t>
            </a:r>
          </a:p>
          <a:p>
            <a:r>
              <a:rPr lang="en-US" altLang="zh-CN" sz="1400" b="1" dirty="0" err="1">
                <a:solidFill>
                  <a:schemeClr val="accent5">
                    <a:lumMod val="50000"/>
                  </a:schemeClr>
                </a:solidFill>
              </a:rPr>
              <a:t>Keyuan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36D3D7-A577-4748-9287-71CA2FD57771}"/>
              </a:ext>
            </a:extLst>
          </p:cNvPr>
          <p:cNvSpPr txBox="1"/>
          <p:nvPr/>
        </p:nvSpPr>
        <p:spPr>
          <a:xfrm rot="4861817">
            <a:off x="5689692" y="4335543"/>
            <a:ext cx="1018099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2.32,</a:t>
            </a:r>
          </a:p>
          <a:p>
            <a:r>
              <a:rPr lang="en-US" altLang="zh-CN" sz="1400" b="1" dirty="0" err="1">
                <a:solidFill>
                  <a:schemeClr val="accent5">
                    <a:lumMod val="50000"/>
                  </a:schemeClr>
                </a:solidFill>
              </a:rPr>
              <a:t>Keyuan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79A4A9-6ECB-4B80-8F5E-39FA003E610D}"/>
              </a:ext>
            </a:extLst>
          </p:cNvPr>
          <p:cNvSpPr txBox="1"/>
          <p:nvPr/>
        </p:nvSpPr>
        <p:spPr>
          <a:xfrm rot="4570703">
            <a:off x="6043091" y="5715080"/>
            <a:ext cx="1018099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1.93,</a:t>
            </a:r>
          </a:p>
          <a:p>
            <a:r>
              <a:rPr lang="en-US" altLang="zh-CN" sz="1400" b="1" dirty="0" err="1">
                <a:solidFill>
                  <a:schemeClr val="accent5">
                    <a:lumMod val="50000"/>
                  </a:schemeClr>
                </a:solidFill>
              </a:rPr>
              <a:t>Keyuan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A870F5-BABC-4585-BACE-E9AB22C75A4E}"/>
              </a:ext>
            </a:extLst>
          </p:cNvPr>
          <p:cNvSpPr txBox="1"/>
          <p:nvPr/>
        </p:nvSpPr>
        <p:spPr>
          <a:xfrm>
            <a:off x="5811919" y="2209698"/>
            <a:ext cx="1390061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3.23,Huatuo Rd.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6C7377F-9277-48D8-941C-AC55DFB6B8A8}"/>
              </a:ext>
            </a:extLst>
          </p:cNvPr>
          <p:cNvSpPr txBox="1"/>
          <p:nvPr/>
        </p:nvSpPr>
        <p:spPr>
          <a:xfrm rot="21042188">
            <a:off x="6897357" y="436812"/>
            <a:ext cx="1968680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11.04,Middle </a:t>
            </a:r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Gaoke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231978-D533-49F8-B4B2-DAC0225EBFB8}"/>
              </a:ext>
            </a:extLst>
          </p:cNvPr>
          <p:cNvSpPr txBox="1"/>
          <p:nvPr/>
        </p:nvSpPr>
        <p:spPr>
          <a:xfrm rot="4761329">
            <a:off x="7072744" y="2604774"/>
            <a:ext cx="1021370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1.40,</a:t>
            </a:r>
          </a:p>
          <a:p>
            <a:r>
              <a:rPr lang="en-US" altLang="zh-CN" sz="1400" b="1" dirty="0" err="1">
                <a:solidFill>
                  <a:schemeClr val="accent5">
                    <a:lumMod val="50000"/>
                  </a:schemeClr>
                </a:solidFill>
              </a:rPr>
              <a:t>Huatuo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16601C0-D06A-411E-8720-4A8BF25A138E}"/>
              </a:ext>
            </a:extLst>
          </p:cNvPr>
          <p:cNvSpPr txBox="1"/>
          <p:nvPr/>
        </p:nvSpPr>
        <p:spPr>
          <a:xfrm rot="4906863">
            <a:off x="7469639" y="3964024"/>
            <a:ext cx="1021370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2.13,</a:t>
            </a:r>
          </a:p>
          <a:p>
            <a:r>
              <a:rPr lang="en-US" altLang="zh-CN" sz="1400" b="1" dirty="0" err="1">
                <a:solidFill>
                  <a:schemeClr val="accent5">
                    <a:lumMod val="50000"/>
                  </a:schemeClr>
                </a:solidFill>
              </a:rPr>
              <a:t>Huatuo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61727F2-AABB-4898-9A41-69C1914ADB19}"/>
              </a:ext>
            </a:extLst>
          </p:cNvPr>
          <p:cNvSpPr txBox="1"/>
          <p:nvPr/>
        </p:nvSpPr>
        <p:spPr>
          <a:xfrm>
            <a:off x="6333410" y="5066086"/>
            <a:ext cx="1657826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3.69,Zhangheng Rd.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D70315F-7A3C-4ED7-9F46-6D25263A9EC6}"/>
              </a:ext>
            </a:extLst>
          </p:cNvPr>
          <p:cNvSpPr txBox="1"/>
          <p:nvPr/>
        </p:nvSpPr>
        <p:spPr>
          <a:xfrm>
            <a:off x="8158227" y="4531002"/>
            <a:ext cx="1289135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2.47,</a:t>
            </a:r>
          </a:p>
          <a:p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Zhangheng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341091D-5AFF-43F3-8A13-6C5291E64C58}"/>
              </a:ext>
            </a:extLst>
          </p:cNvPr>
          <p:cNvSpPr txBox="1"/>
          <p:nvPr/>
        </p:nvSpPr>
        <p:spPr>
          <a:xfrm>
            <a:off x="9128925" y="2828696"/>
            <a:ext cx="934871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2.77,</a:t>
            </a:r>
          </a:p>
          <a:p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Cailun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68F2224-E58A-4F3D-AE7B-2E76E28635CC}"/>
              </a:ext>
            </a:extLst>
          </p:cNvPr>
          <p:cNvSpPr txBox="1"/>
          <p:nvPr/>
        </p:nvSpPr>
        <p:spPr>
          <a:xfrm>
            <a:off x="6246869" y="3447556"/>
            <a:ext cx="1303562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3.82,Cailun Rd.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DB7C527-7344-4702-BCE5-02EE6060F83E}"/>
              </a:ext>
            </a:extLst>
          </p:cNvPr>
          <p:cNvSpPr txBox="1"/>
          <p:nvPr/>
        </p:nvSpPr>
        <p:spPr>
          <a:xfrm>
            <a:off x="7916464" y="3075793"/>
            <a:ext cx="934871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1.79,</a:t>
            </a:r>
          </a:p>
          <a:p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Cailun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A1A11E7-4AB4-4828-AD8C-7BFF1C329B75}"/>
              </a:ext>
            </a:extLst>
          </p:cNvPr>
          <p:cNvSpPr txBox="1"/>
          <p:nvPr/>
        </p:nvSpPr>
        <p:spPr>
          <a:xfrm>
            <a:off x="7460319" y="1839039"/>
            <a:ext cx="1362489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2.91,</a:t>
            </a:r>
          </a:p>
          <a:p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Yuanzhi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Avenue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0E36F0C-102F-4577-BE00-DC38B2B46041}"/>
              </a:ext>
            </a:extLst>
          </p:cNvPr>
          <p:cNvSpPr txBox="1"/>
          <p:nvPr/>
        </p:nvSpPr>
        <p:spPr>
          <a:xfrm>
            <a:off x="7799677" y="1502194"/>
            <a:ext cx="1651029" cy="27699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accent5">
                    <a:lumMod val="50000"/>
                  </a:schemeClr>
                </a:solidFill>
              </a:rPr>
              <a:t>0.84,Zhongjing Avenue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8127905-6D05-49E8-956C-FF214B71B7CE}"/>
              </a:ext>
            </a:extLst>
          </p:cNvPr>
          <p:cNvSpPr txBox="1"/>
          <p:nvPr/>
        </p:nvSpPr>
        <p:spPr>
          <a:xfrm>
            <a:off x="8903564" y="1691239"/>
            <a:ext cx="1362489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2.46,</a:t>
            </a:r>
          </a:p>
          <a:p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Yuanzhi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Avenue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1B80DF1-C722-4334-9297-3482BB68B2D3}"/>
              </a:ext>
            </a:extLst>
          </p:cNvPr>
          <p:cNvSpPr txBox="1"/>
          <p:nvPr/>
        </p:nvSpPr>
        <p:spPr>
          <a:xfrm>
            <a:off x="9011016" y="987076"/>
            <a:ext cx="1039067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3.10,</a:t>
            </a:r>
          </a:p>
          <a:p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Nuzhen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E281361-5600-4C50-9649-029BD6C6C86E}"/>
              </a:ext>
            </a:extLst>
          </p:cNvPr>
          <p:cNvSpPr txBox="1"/>
          <p:nvPr/>
        </p:nvSpPr>
        <p:spPr>
          <a:xfrm rot="5400000">
            <a:off x="9638474" y="1027448"/>
            <a:ext cx="1214435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2.76,Jinke Rd.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2FD0191-B0E5-4A68-B478-55F133E43D2A}"/>
              </a:ext>
            </a:extLst>
          </p:cNvPr>
          <p:cNvSpPr txBox="1"/>
          <p:nvPr/>
        </p:nvSpPr>
        <p:spPr>
          <a:xfrm>
            <a:off x="8039894" y="2435231"/>
            <a:ext cx="1651029" cy="27699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accent5">
                    <a:lumMod val="50000"/>
                  </a:schemeClr>
                </a:solidFill>
              </a:rPr>
              <a:t>1.43,Zhongjing Avenue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1A2FE07-7EDD-46F1-9F18-4B230293E615}"/>
              </a:ext>
            </a:extLst>
          </p:cNvPr>
          <p:cNvSpPr txBox="1"/>
          <p:nvPr/>
        </p:nvSpPr>
        <p:spPr>
          <a:xfrm rot="4611886">
            <a:off x="8662747" y="3636955"/>
            <a:ext cx="1253869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2"/>
                </a:solidFill>
              </a:rPr>
              <a:t>2.18,</a:t>
            </a:r>
          </a:p>
          <a:p>
            <a:r>
              <a:rPr lang="en-US" altLang="zh-CN" sz="1400" b="1" dirty="0" err="1">
                <a:solidFill>
                  <a:schemeClr val="accent2"/>
                </a:solidFill>
              </a:rPr>
              <a:t>Riyue</a:t>
            </a:r>
            <a:r>
              <a:rPr lang="en-US" altLang="zh-CN" sz="1400" b="1" dirty="0">
                <a:solidFill>
                  <a:schemeClr val="accent2"/>
                </a:solidFill>
              </a:rPr>
              <a:t> Ring Rd.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F62C90E-E7D7-48BC-B013-22415F5E26BE}"/>
              </a:ext>
            </a:extLst>
          </p:cNvPr>
          <p:cNvSpPr txBox="1"/>
          <p:nvPr/>
        </p:nvSpPr>
        <p:spPr>
          <a:xfrm>
            <a:off x="9601123" y="4216895"/>
            <a:ext cx="1289135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1.67,</a:t>
            </a:r>
          </a:p>
          <a:p>
            <a:r>
              <a:rPr lang="en-US" altLang="zh-CN" sz="1400" b="1" dirty="0" err="1">
                <a:solidFill>
                  <a:schemeClr val="accent6">
                    <a:lumMod val="50000"/>
                  </a:schemeClr>
                </a:solidFill>
              </a:rPr>
              <a:t>Zhangheng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DB9D08-E59E-44A2-85F5-7B9520F3E5E8}"/>
              </a:ext>
            </a:extLst>
          </p:cNvPr>
          <p:cNvSpPr txBox="1"/>
          <p:nvPr/>
        </p:nvSpPr>
        <p:spPr>
          <a:xfrm rot="5141376">
            <a:off x="9885732" y="5094985"/>
            <a:ext cx="1214435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2.52,Jinke Rd.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65E2F11-6120-4EE1-9207-E605C9D06CF0}"/>
              </a:ext>
            </a:extLst>
          </p:cNvPr>
          <p:cNvSpPr txBox="1"/>
          <p:nvPr/>
        </p:nvSpPr>
        <p:spPr>
          <a:xfrm rot="4294248">
            <a:off x="7769799" y="5249855"/>
            <a:ext cx="1055097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2.20,</a:t>
            </a:r>
          </a:p>
          <a:p>
            <a:r>
              <a:rPr lang="en-US" altLang="zh-CN" sz="1400" b="1" dirty="0" err="1">
                <a:solidFill>
                  <a:schemeClr val="accent5">
                    <a:lumMod val="50000"/>
                  </a:schemeClr>
                </a:solidFill>
              </a:rPr>
              <a:t>Bisheng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83C8734-400A-4881-96E6-B26CB11F2BA0}"/>
              </a:ext>
            </a:extLst>
          </p:cNvPr>
          <p:cNvSpPr txBox="1"/>
          <p:nvPr/>
        </p:nvSpPr>
        <p:spPr>
          <a:xfrm>
            <a:off x="6885426" y="6254457"/>
            <a:ext cx="1423788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3.08,Bisheng Rd.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894FAE-FF49-4F1C-92B2-D30C73AEE61E}"/>
              </a:ext>
            </a:extLst>
          </p:cNvPr>
          <p:cNvSpPr txBox="1"/>
          <p:nvPr/>
        </p:nvSpPr>
        <p:spPr>
          <a:xfrm>
            <a:off x="4382235" y="3899651"/>
            <a:ext cx="1303562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</a:rPr>
              <a:t>3.94,Cailun Rd.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1FE24DF-E36A-4781-ADA8-8C43AFDAC315}"/>
              </a:ext>
            </a:extLst>
          </p:cNvPr>
          <p:cNvSpPr txBox="1"/>
          <p:nvPr/>
        </p:nvSpPr>
        <p:spPr>
          <a:xfrm rot="5400000">
            <a:off x="10009547" y="2191231"/>
            <a:ext cx="841769" cy="52322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1.43,</a:t>
            </a:r>
          </a:p>
          <a:p>
            <a:r>
              <a:rPr lang="en-US" altLang="zh-CN" sz="1400" b="1" dirty="0" err="1">
                <a:solidFill>
                  <a:schemeClr val="accent5">
                    <a:lumMod val="50000"/>
                  </a:schemeClr>
                </a:solidFill>
              </a:rPr>
              <a:t>Jinke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 Rd.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E77EFA0-61DE-44F4-90A6-8C07399A294D}"/>
              </a:ext>
            </a:extLst>
          </p:cNvPr>
          <p:cNvSpPr txBox="1"/>
          <p:nvPr/>
        </p:nvSpPr>
        <p:spPr>
          <a:xfrm rot="5082371">
            <a:off x="9813586" y="3547255"/>
            <a:ext cx="1214435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</a:rPr>
              <a:t>2.04,Jinke Rd.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6D07554-5855-49A3-9C0F-2096A34FD6EF}"/>
              </a:ext>
            </a:extLst>
          </p:cNvPr>
          <p:cNvSpPr txBox="1"/>
          <p:nvPr/>
        </p:nvSpPr>
        <p:spPr>
          <a:xfrm>
            <a:off x="4895477" y="600033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CC81021-5382-4BB6-8D6A-DA1E873318A1}"/>
              </a:ext>
            </a:extLst>
          </p:cNvPr>
          <p:cNvSpPr txBox="1"/>
          <p:nvPr/>
        </p:nvSpPr>
        <p:spPr>
          <a:xfrm>
            <a:off x="7314663" y="58762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</a:rPr>
              <a:t>🚍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E5B6A17-3D45-499B-A3FF-24CE98FB4A4C}"/>
              </a:ext>
            </a:extLst>
          </p:cNvPr>
          <p:cNvSpPr txBox="1"/>
          <p:nvPr/>
        </p:nvSpPr>
        <p:spPr>
          <a:xfrm>
            <a:off x="10389100" y="2471968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8F632A3-CFAC-4F58-B2E0-01B7E778C419}"/>
              </a:ext>
            </a:extLst>
          </p:cNvPr>
          <p:cNvSpPr txBox="1"/>
          <p:nvPr/>
        </p:nvSpPr>
        <p:spPr>
          <a:xfrm>
            <a:off x="10492949" y="3819157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96E2A4F-4E03-4859-9149-79AAC70B56D7}"/>
              </a:ext>
            </a:extLst>
          </p:cNvPr>
          <p:cNvSpPr txBox="1"/>
          <p:nvPr/>
        </p:nvSpPr>
        <p:spPr>
          <a:xfrm>
            <a:off x="6086454" y="3919736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96A77E1-C089-4B34-AF95-2A7B47F670D8}"/>
              </a:ext>
            </a:extLst>
          </p:cNvPr>
          <p:cNvSpPr txBox="1"/>
          <p:nvPr/>
        </p:nvSpPr>
        <p:spPr>
          <a:xfrm>
            <a:off x="8323611" y="2940430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590DEB8-7A6B-4C3F-818B-43F13DA378ED}"/>
              </a:ext>
            </a:extLst>
          </p:cNvPr>
          <p:cNvSpPr txBox="1"/>
          <p:nvPr/>
        </p:nvSpPr>
        <p:spPr>
          <a:xfrm>
            <a:off x="7356190" y="4554656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27CB5FF-6E54-43F7-BA3A-1DEA734A9EFC}"/>
              </a:ext>
            </a:extLst>
          </p:cNvPr>
          <p:cNvSpPr txBox="1"/>
          <p:nvPr/>
        </p:nvSpPr>
        <p:spPr>
          <a:xfrm>
            <a:off x="5576445" y="5248873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17E90DA-AAF8-4E6A-96AF-83D091C5B1F3}"/>
              </a:ext>
            </a:extLst>
          </p:cNvPr>
          <p:cNvSpPr txBox="1"/>
          <p:nvPr/>
        </p:nvSpPr>
        <p:spPr>
          <a:xfrm>
            <a:off x="5951123" y="2436474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0156A17-C698-4C0D-BFAB-1C16C7B0BB8A}"/>
              </a:ext>
            </a:extLst>
          </p:cNvPr>
          <p:cNvSpPr txBox="1"/>
          <p:nvPr/>
        </p:nvSpPr>
        <p:spPr>
          <a:xfrm>
            <a:off x="9266335" y="4717993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DA78BD5-0C41-48C2-94FB-6C5CB5F98CC8}"/>
              </a:ext>
            </a:extLst>
          </p:cNvPr>
          <p:cNvSpPr txBox="1"/>
          <p:nvPr/>
        </p:nvSpPr>
        <p:spPr>
          <a:xfrm>
            <a:off x="3909388" y="2763118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58D3E32-8218-489C-B189-691729A7868F}"/>
              </a:ext>
            </a:extLst>
          </p:cNvPr>
          <p:cNvSpPr txBox="1"/>
          <p:nvPr/>
        </p:nvSpPr>
        <p:spPr>
          <a:xfrm>
            <a:off x="2752457" y="1279463"/>
            <a:ext cx="607859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🚍</a:t>
            </a:r>
          </a:p>
        </p:txBody>
      </p:sp>
    </p:spTree>
    <p:extLst>
      <p:ext uri="{BB962C8B-B14F-4D97-AF65-F5344CB8AC3E}">
        <p14:creationId xmlns:p14="http://schemas.microsoft.com/office/powerpoint/2010/main" val="1186588981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3D3D3D"/>
      </a:dk1>
      <a:lt1>
        <a:sysClr val="window" lastClr="FFFAE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207</Words>
  <Application>Microsoft Office PowerPoint</Application>
  <PresentationFormat>宽屏</PresentationFormat>
  <Paragraphs>70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陈奕嘉</dc:creator>
  <cp:lastModifiedBy>陈奕嘉</cp:lastModifiedBy>
  <cp:revision>18</cp:revision>
  <dcterms:created xsi:type="dcterms:W3CDTF">2023-08-09T12:44:00Z</dcterms:created>
  <dcterms:modified xsi:type="dcterms:W3CDTF">2025-12-01T14:45:24Z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